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1" name="Google Shape;6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9" name="Google Shape;6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 showMasterSp="0">
  <p:cSld name="Panoramic Picture with Ca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7" name="Google Shape;7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5" name="Google Shape;8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2" name="Google Shape;9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n-DE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n-DE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5" name="Google Shape;95;p13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2" name="Google Shape;10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 showMasterSp="0">
  <p:cSld name="Quote 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9" name="Google Shape;10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n-DE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n-DE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 showMasterSp="0">
  <p:cSld name="True or Fals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9" name="Google Shape;1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7" name="Google Shape;12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  <p:sp>
        <p:nvSpPr>
          <p:cNvPr id="132" name="Google Shape;132;p1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4" name="Google Shape;13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>
            <p:ph type="ctrTitle"/>
          </p:nvPr>
        </p:nvSpPr>
        <p:spPr>
          <a:xfrm>
            <a:off x="1993805" y="1354668"/>
            <a:ext cx="8204391" cy="2346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DE" sz="6000"/>
              <a:t>IRBM: PROTEIN EXPRESSION PREDICTION FROM RNA</a:t>
            </a:r>
            <a:endParaRPr/>
          </a:p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704538" y="3940629"/>
            <a:ext cx="10807907" cy="12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DE"/>
              <a:t>EMILY BEERMANN, SHREYA GOURI, VAISHNAVI CHENNAKESHAV, PALLAVI MALLEPURA KADIRAPPA, PRIYA PRIYA</a:t>
            </a:r>
            <a:endParaRPr/>
          </a:p>
        </p:txBody>
      </p:sp>
      <p:cxnSp>
        <p:nvCxnSpPr>
          <p:cNvPr id="147" name="Google Shape;147;p19"/>
          <p:cNvCxnSpPr/>
          <p:nvPr/>
        </p:nvCxnSpPr>
        <p:spPr>
          <a:xfrm>
            <a:off x="5845629" y="3810000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DE"/>
              <a:t>THE PROBLEM AND CHALLENGES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685863" y="1877751"/>
            <a:ext cx="101313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28575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DE" sz="2200"/>
              <a:t>The problem: Protein expression profile is expensive and technically challenging compared to transcriptomics. Predicting protein expression from RNA-sequencing could provide a cost-effective alternative. </a:t>
            </a:r>
            <a:endParaRPr sz="2200"/>
          </a:p>
          <a:p>
            <a:pPr indent="-247650" lvl="0" marL="28575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DE" sz="2200"/>
              <a:t>Challenges:</a:t>
            </a:r>
            <a:endParaRPr sz="2200"/>
          </a:p>
          <a:p>
            <a:pPr indent="-311150" lvl="1" marL="74295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DE" sz="2200"/>
              <a:t>Post-translational regulation of proteins affects how reliably proteins can be predicted from rna - expect no model to perform extremely well</a:t>
            </a:r>
            <a:endParaRPr sz="2200"/>
          </a:p>
          <a:p>
            <a:pPr indent="-260350" lvl="1" marL="74295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DE" sz="2200"/>
              <a:t>Large datas</a:t>
            </a:r>
            <a:r>
              <a:rPr lang="en-DE" sz="2200"/>
              <a:t>et with many zero values - noisy input signals make it harder for models to learn rna-protein relationship</a:t>
            </a:r>
            <a:endParaRPr sz="2200"/>
          </a:p>
          <a:p>
            <a:pPr indent="-260350" lvl="1" marL="74295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DE" sz="2200"/>
              <a:t>Spatiality - add neighbourhood mean gene expression feature to simpler models, GNN handles spatiality intrinsically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DE"/>
              <a:t>EDA</a:t>
            </a:r>
            <a:br>
              <a:rPr lang="en-DE"/>
            </a:br>
            <a:r>
              <a:rPr lang="en-DE" sz="2800"/>
              <a:t>RNA-PROTEIN CORRELATION + PROTEIN CLUSTERING</a:t>
            </a:r>
            <a:endParaRPr/>
          </a:p>
        </p:txBody>
      </p:sp>
      <p:pic>
        <p:nvPicPr>
          <p:cNvPr id="159" name="Google Shape;159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935" y="2065867"/>
            <a:ext cx="6881683" cy="340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6185" y="2065867"/>
            <a:ext cx="3773280" cy="3408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DE"/>
              <a:t>MODEL SELECTION PIPELINE</a:t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40" y="1831974"/>
            <a:ext cx="9010519" cy="451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DE"/>
              <a:t>CURRENT MODELS</a:t>
            </a:r>
            <a:endParaRPr/>
          </a:p>
        </p:txBody>
      </p:sp>
      <p:pic>
        <p:nvPicPr>
          <p:cNvPr id="172" name="Google Shape;172;p23" title="irbm_mode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86" y="1671491"/>
            <a:ext cx="10685574" cy="4577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DE"/>
              <a:t>NEXT STEPS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DE" sz="3200"/>
              <a:t>Establish Lasso/ElasticNet baseline metrics for comparison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DE" sz="3200"/>
              <a:t>Fine-tune tree based models + neural networks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DE" sz="3200"/>
              <a:t>Run cross-validation for all models + evaluate using pearson r, r</a:t>
            </a:r>
            <a:r>
              <a:rPr baseline="30000" lang="en-DE" sz="3200"/>
              <a:t>2</a:t>
            </a:r>
            <a:r>
              <a:rPr lang="en-DE" sz="3200"/>
              <a:t>, RMSE</a:t>
            </a:r>
            <a:endParaRPr sz="3200"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DE" sz="3200"/>
              <a:t>Add spatial features to tree-based models and compare performance</a:t>
            </a:r>
            <a:endParaRPr sz="3200"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DE" sz="3200"/>
              <a:t>Select best performing models for validation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